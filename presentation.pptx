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3" r:id="rId24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FACTORY MANAGEMENT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SYSTEM</a:t>
            </a:r>
          </a:p>
          <a:p>
            <a:pPr>
              <a:defRPr sz="1300">
                <a:solidFill>
                  <a:srgbClr val="B7C1D1"/>
                </a:solidFill>
              </a:defRPr>
            </a:pPr>
            <a:r>
              <a:t>A modular CLI-based Python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6F6"/>
                </a:solidFill>
              </a:defRPr>
            </a:pPr>
            <a:r>
              <a:t>Submitted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3308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Harsh Vijay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177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6F6"/>
                </a:solidFill>
              </a:defRPr>
            </a:pPr>
            <a:r>
              <a:t>Registration 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032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26BCE10808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38404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6F6"/>
                </a:solidFill>
              </a:defRPr>
            </a:pPr>
            <a:r>
              <a:t>Submitted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413308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Dr. Priyadharshini 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VIT Bhopal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01 |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Beginner-friendly CLI system for small-scale factories.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53035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Digitize stock, categories and machine audit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926080"/>
            <a:ext cx="530352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Technology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Python 3.x, OOP and standard libraries.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python main.py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02 |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120640" cy="182880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120640" cy="54864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993392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95728"/>
            <a:ext cx="479145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Manual logs can cause lost records and inaccurate efficiency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20640" cy="182880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12064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93392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95728"/>
            <a:ext cx="479145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Digitize basic operations and persist inventory between runs.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03 |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Scope &amp; 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4290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Factory 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Products, stock updates, audits.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965960"/>
            <a:ext cx="342900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Inventory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Stock and categories.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965960"/>
            <a:ext cx="342900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Maintenance 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Audit results and machine faults.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04 |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FR-01 Add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Capture product ID, name, category, stock and price.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53035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FR-02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Display all inventory.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926080"/>
            <a:ext cx="530352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FR-03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Track unique categories.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FR-04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Add manufactured units.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25196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25196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41655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FR-05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81888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Simulate machine status and efficiency.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25196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251960"/>
            <a:ext cx="53035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41655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FR-06 Persist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81888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Save/load factory_stock.txt.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05 |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High-Level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Add and update products.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53035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Unique category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926080"/>
            <a:ext cx="530352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Machine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Four predefined machines.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Working/total percentage.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25196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25196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41655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81888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Flat-file storage.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25196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251960"/>
            <a:ext cx="53035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41655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Modularity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81888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Focused Python modules.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06 |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main.py controls interaction.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53035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inventory.py + audit.py.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926080"/>
            <a:ext cx="530352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Product + Machine.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data_manager.py + text file.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B7C1D1"/>
                </a:solidFill>
              </a:defRPr>
            </a:pPr>
            <a:r>
              <a:t>• main.py -&gt; inventory.py / audit.py -&gt; data_manager.py -&gt; factory_stock.txt</a:t>
            </a:r>
          </a:p>
          <a:p>
            <a:pPr>
              <a:spcAft>
                <a:spcPts val="700"/>
              </a:spcAft>
              <a:defRPr sz="1000">
                <a:solidFill>
                  <a:srgbClr val="B7C1D1"/>
                </a:solidFill>
              </a:defRPr>
            </a:pPr>
            <a:r>
              <a:t>• models.py provides Product and Machine objects.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07 |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Load saved inventory.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53035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2 Menu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Select one of six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926080"/>
            <a:ext cx="530352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3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Delegate to module.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 Persist/Report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Save or print audit.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25196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25196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41655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5 Continue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81888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Repeat or exit.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949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B7C1D1"/>
                </a:solidFill>
              </a:defRPr>
            </a:pPr>
            <a:r>
              <a:t>• Start -&gt; Load Data -&gt; Show Menu -&gt; Process Request -&gt; Save/Report -&gt; Continue or Exit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08 | DESIGN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/ Component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CLI and orchestration.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53035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inventory.py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Product operations.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92608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data_manager.py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Persistence.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530352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audit.py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Machine audit.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25196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25196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41655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models.py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81888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Domain classes.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09 | OOP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Class / Component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120640" cy="182880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1206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993392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95728"/>
            <a:ext cx="479145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p_id, name, stock, price; display_info().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20640" cy="182880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12064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93392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95728"/>
            <a:ext cx="479145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m_id, name, is_working.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B7C1D1"/>
                </a:solidFill>
              </a:defRPr>
            </a:pPr>
            <a:r>
              <a:t>• Product: p_id, name, stock, price | Machine: m_id, name, is_working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10 | DATA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 Storage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4290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In-memory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Dictionary for inventory + set for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965960"/>
            <a:ext cx="34290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Persistent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factory_stock.txt stores ID, name, stock, price.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965960"/>
            <a:ext cx="342900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ER note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No relational database is used in the current implementation.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11 |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Implementation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Core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53035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Product and Machine classes.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926080"/>
            <a:ext cx="530352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Libraries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os, random, math, datetime.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Audit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Efficiency = floor(working/total*100).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12 |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Screens /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4290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CLI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Six operations are exposed.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965960"/>
            <a:ext cx="342900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Audit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Machine status and efficiency are printed.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965960"/>
            <a:ext cx="34290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Saved inventory reloads on restart.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949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B7C1D1"/>
                </a:solidFill>
              </a:defRPr>
            </a:pPr>
            <a:r>
              <a:t>• Representative CLI output based on the implemented menu and audit logic; machine status is randomized at runtime.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13 |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Testing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Add and view product.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5303520" cy="54864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Duplicate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Reject existing 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92608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Stock 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Verify quantity changes.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53035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Persistence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Restart and verify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25196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251960"/>
            <a:ext cx="530352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41655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81888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Run repeatedly and verify output.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25196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25196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41655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Input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81888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Check invalid numeric input.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14 |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Challenges Faced &amp;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4290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Data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Solved with local persistence.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965960"/>
            <a:ext cx="342900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Machine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Solved with audit module.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965960"/>
            <a:ext cx="34290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Maintainability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Solved through modular files and OOP.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15 |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Learnings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Core syntax, functions and libraries.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53035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6479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6712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Entity-based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926080"/>
            <a:ext cx="530352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File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Save and load structured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09067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Modularity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9300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Separation of responsibilities.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251960"/>
            <a:ext cx="5303520" cy="1051560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251960"/>
            <a:ext cx="5303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41655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Problem solving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818888"/>
            <a:ext cx="49743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Map real workflow to software.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9B6F6"/>
                </a:solidFill>
              </a:defRPr>
            </a:pPr>
            <a:r>
              <a:t>16 |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7C1D1"/>
                </a:solidFill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4290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Current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Lightweight CLI system for small-scale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965960"/>
            <a:ext cx="342900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Database, GUI/web UI, authentication, sensors and analytics.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429000" cy="1874519"/>
          </a:xfrm>
          <a:prstGeom prst="round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965960"/>
            <a:ext cx="342900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213055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532888"/>
            <a:ext cx="309981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7C1D1"/>
                </a:solidFill>
              </a:defRPr>
            </a:pPr>
            <a:r>
              <a:t>Questions &amp; Discussion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035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B7C1D1"/>
                </a:solidFill>
              </a:defRPr>
            </a:pPr>
            <a:r>
              <a:t>• The current implementation is intentionally lightweight and can be extended with a database, GUI/web interface, authentication and real sensor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0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B04B"/>
                </a:solidFill>
                <a:latin typeface="Aptos"/>
              </a:defRPr>
            </a:pPr>
            <a:r>
              <a:t>12A  |  LIVE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Program Execution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2471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8D5"/>
                </a:solidFill>
                <a:latin typeface="Aptos"/>
              </a:defRPr>
            </a:pPr>
            <a:r>
              <a:t>Actual console output showing product registration, inventory, machine audit and save/exit.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0048" y="1554480"/>
            <a:ext cx="3026664" cy="4754880"/>
          </a:xfrm>
          <a:prstGeom prst="roundRect">
            <a:avLst/>
          </a:prstGeom>
          <a:solidFill>
            <a:srgbClr val="182537"/>
          </a:solidFill>
          <a:ln w="15875">
            <a:solidFill>
              <a:srgbClr val="E0B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64808" y="1554480"/>
            <a:ext cx="3026664" cy="4754880"/>
          </a:xfrm>
          <a:prstGeom prst="roundRect">
            <a:avLst/>
          </a:prstGeom>
          <a:solidFill>
            <a:srgbClr val="182537"/>
          </a:solidFill>
          <a:ln w="15875">
            <a:solidFill>
              <a:srgbClr val="E0B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G-20260930-WA0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627632"/>
            <a:ext cx="2880360" cy="4608576"/>
          </a:xfrm>
          <a:prstGeom prst="rect">
            <a:avLst/>
          </a:prstGeom>
        </p:spPr>
      </p:pic>
      <p:pic>
        <p:nvPicPr>
          <p:cNvPr id="9" name="Picture 8" descr="IMG-20260930-WA00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27632"/>
            <a:ext cx="2880360" cy="4608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5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